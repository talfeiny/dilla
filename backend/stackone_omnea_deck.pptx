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ARR Growth Projection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Omnea (50% YoY)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Now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8.87499246249233</c:v>
                </c:pt>
                <c:pt idx="1">
                  <c:v>11.936864862052184</c:v>
                </c:pt>
                <c:pt idx="2">
                  <c:v>18.04109945235769</c:v>
                </c:pt>
                <c:pt idx="3">
                  <c:v>32.36981653691827</c:v>
                </c:pt>
                <c:pt idx="4">
                  <c:v>60.85815438738282</c:v>
                </c:pt>
                <c:pt idx="5">
                  <c:v>90.60257734421617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StackOne (150% YoY)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Now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4.7</c:v>
                </c:pt>
                <c:pt idx="1">
                  <c:v>8.75375</c:v>
                </c:pt>
                <c:pt idx="2">
                  <c:v>22.183141426242635</c:v>
                </c:pt>
                <c:pt idx="3">
                  <c:v>66.33596251309633</c:v>
                </c:pt>
                <c:pt idx="4">
                  <c:v>241.48072827537604</c:v>
                </c:pt>
                <c:pt idx="5">
                  <c:v>595.5518461091461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Exit Multiple Impact on Fund DPI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DPI Contribution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0.0x</c:v>
                </c:pt>
                <c:pt idx="1">
                  <c:v>0.3x</c:v>
                </c:pt>
                <c:pt idx="2">
                  <c:v>0.5x</c:v>
                </c:pt>
                <c:pt idx="3">
                  <c:v>0.7x</c:v>
                </c:pt>
                <c:pt idx="4">
                  <c:v>1.0x</c:v>
                </c:pt>
                <c:pt idx="5">
                  <c:v>2.0x</c:v>
                </c:pt>
                <c:pt idx="6">
                  <c:v>3.0x</c:v>
                </c:pt>
                <c:pt idx="7">
                  <c:v>5.0x</c:v>
                </c:pt>
                <c:pt idx="8">
                  <c:v>10.0x</c:v>
                </c:pt>
                <c:pt idx="9">
                  <c:v>20.0x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</c:v>
                </c:pt>
                <c:pt idx="1">
                  <c:v>0.009</c:v>
                </c:pt>
                <c:pt idx="2">
                  <c:v>0.015</c:v>
                </c:pt>
                <c:pt idx="3">
                  <c:v>0.021</c:v>
                </c:pt>
                <c:pt idx="4">
                  <c:v>0.03</c:v>
                </c:pt>
                <c:pt idx="5">
                  <c:v>0.06</c:v>
                </c:pt>
                <c:pt idx="6">
                  <c:v>0.09</c:v>
                </c:pt>
                <c:pt idx="7">
                  <c:v>0.15</c:v>
                </c:pt>
                <c:pt idx="8">
                  <c:v>0.3</c:v>
                </c:pt>
                <c:pt idx="9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Required from Others for 3x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0.0x</c:v>
                </c:pt>
                <c:pt idx="1">
                  <c:v>0.3x</c:v>
                </c:pt>
                <c:pt idx="2">
                  <c:v>0.5x</c:v>
                </c:pt>
                <c:pt idx="3">
                  <c:v>0.7x</c:v>
                </c:pt>
                <c:pt idx="4">
                  <c:v>1.0x</c:v>
                </c:pt>
                <c:pt idx="5">
                  <c:v>2.0x</c:v>
                </c:pt>
                <c:pt idx="6">
                  <c:v>3.0x</c:v>
                </c:pt>
                <c:pt idx="7">
                  <c:v>5.0x</c:v>
                </c:pt>
                <c:pt idx="8">
                  <c:v>10.0x</c:v>
                </c:pt>
                <c:pt idx="9">
                  <c:v>20.0x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Investment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of 2 companies</a:t>
            </a:r>
          </a:p>
          <a:p>
            <a:r>
              <a:t>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📊 Omnea: $8.9M revenue at 39.2x multiple, 150% YoY growth</a:t>
            </a:r>
          </a:p>
          <a:p>
            <a:pPr/>
            <a:r>
              <a:t>📊 StackOne: $4.7M revenue at 26.0x multiple, 2% YoY growth</a:t>
            </a:r>
          </a:p>
          <a:p>
            <a:pPr/>
            <a:r>
              <a:t>🎯 Omnea: $44B addressable market</a:t>
            </a:r>
          </a:p>
          <a:p>
            <a:pPr/>
            <a:r>
              <a:t>🎯 StackOne: $94B addressable market</a:t>
            </a:r>
          </a:p>
          <a:p>
            <a:pPr/>
            <a:r>
              <a:t>💰 Omnea: $2.3M for 33.5% → 3.3x expected return</a:t>
            </a:r>
          </a:p>
          <a:p>
            <a:pPr/>
            <a:r>
              <a:t>💰 StackOne: $2.3M for 76.0% → 0.7x expected return</a:t>
            </a:r>
          </a:p>
          <a:p>
            <a:pPr/>
            <a:r>
              <a:t>📈 Total deployment: $4.7M → 0.05-0.15x DPI contribution to fund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 &amp; 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Founder &amp; Team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Path to $100M ARR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Analysis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Comprehensive Company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3716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  <a:gridCol w="3429000"/>
                <a:gridCol w="3429000"/>
              </a:tblGrid>
              <a:tr h="1524000">
                <a:tc>
                  <a:txBody>
                    <a:bodyPr/>
                    <a:lstStyle/>
                    <a:p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$348,044,416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$8,874,992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Series B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$122,168,513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$4,700,000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Series 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TAM Pincer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Cap Table Evolution - Omnea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Cap Table Evolution - StackOne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Cap Table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Omnea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6888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Stake 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StackOne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0" y="246888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Stake 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Exit Scenarios &amp; Breakpoint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</a:defRPr>
            </a:pPr>
            <a:r>
              <a:t>Return curves and inflection points across exit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Omnea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9456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Breakpoint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Liquidation Preference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$75.1M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Conversion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$150.2M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Top Scenarios:</a:t>
            </a:r>
          </a:p>
          <a:p>
            <a:r>
              <a:t>• Strong IPO (Unicorn status): $3480M (8%)</a:t>
            </a:r>
          </a:p>
          <a:p>
            <a:r>
              <a:t>• Standard IPO/SPAC: $1740M (4%)</a:t>
            </a:r>
          </a:p>
          <a:p>
            <a:r>
              <a:t>• Premium Strategic Acquisition: $2088M (17%)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StackOne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0" y="219456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Breakpoint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Liquidation Preference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$24.0M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Conversion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$48.0M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3657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Top Scenarios:</a:t>
            </a:r>
          </a:p>
          <a:p>
            <a:r>
              <a:t>• NYSE Blockbuster IPO: $6108M (2%)</a:t>
            </a:r>
          </a:p>
          <a:p>
            <a:r>
              <a:t>• Upper Midcap IPO: $2443M (2%)</a:t>
            </a:r>
          </a:p>
          <a:p>
            <a:r>
              <a:t>• Strategic Premium Acquisition (competitive bidding): $1833M (6%)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Impact on $78M Fund Returns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Follow-on Strategy 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Sources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1. Unknown -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2. Unknown -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3. Unknown -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4. Unknown -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5. Unknown -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6. Unknown -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7. Unknown -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8. Unknown -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9. Unknown -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10. Unknown -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