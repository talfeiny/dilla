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Quarterly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 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100</c:v>
                </c:pt>
                <c:pt idx="2">
                  <c:v>120</c:v>
                </c:pt>
                <c:pt idx="3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Market Share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Our Company</c:v>
                </c:pt>
                <c:pt idx="1">
                  <c:v>Competitor A</c:v>
                </c:pt>
                <c:pt idx="2">
                  <c:v>Competitor B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User Growth Over Time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Users (thousands)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15</c:v>
                </c:pt>
                <c:pt idx="2">
                  <c:v>25</c:v>
                </c:pt>
                <c:pt idx="3">
                  <c:v>40</c:v>
                </c:pt>
                <c:pt idx="4">
                  <c:v>65</c:v>
                </c:pt>
                <c:pt idx="5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Chart Export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Revenue Growth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Growth Trajectory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Company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653142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Founded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Employees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$50M Series B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$300M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$25M ARR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r>
                        <a:t>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200% YoY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8288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Strong product-market fit with exceptional growth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